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280160"/>
            <a:ext cx="2926080" cy="36576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⚡ NEXT-GEN CONSTRUCTION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Sevents OS &amp; Autonomous AI Agents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Arial"/>
              </a:defRPr>
            </a:pPr>
            <a:r>
              <a:t>The Unified Operating System for Real-Time Construction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4747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Connecting enterprise ERP workflows (BIM, Inventory, BOQs, RFIs) with autonomous, Human-in-the-Loop AI copilots to eliminate communication delays, avoid material stockouts, and protect project gross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663440"/>
            <a:ext cx="3108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754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Unified Source of Truth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BIM + Stores + BOQ + RFIs in one single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663440"/>
            <a:ext cx="3108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754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Autonomous Execution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Multi-step reasoning with live database tool calling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663440"/>
            <a:ext cx="3108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4754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100% Human Oversight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Strict Human-in-the-Loop (HITL) approval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THE INDUSTRY PROBLEM #1: SOFTWARE FRAGMENTATION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Construction Projects Bleed Margins Without a Single Unified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Disconnected spreadsheets, WhatsApp coordination, and siloed software cost contractors 15–20% of project margin.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❌  Spreadsheet Chaos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Critical BOQs, rate analyses, and stock registers live in 40+ disconnected Excel sheets. One broken formula leads to six-figure bidding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❌  Site vs. Head Office Disconnect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Site diaries written on paper or WhatsApp. Head office commercial managers only discover project delays 3 to 4 weeks after they happen on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❌  Inventory Blindspots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Stores run out of essential rebar or cement mid-pour because procurement and site stores don't share a real-time stock balance ledger.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19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❌  Unrecovered Variation Claims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Contractors lose legitimate Extension of Time (EOT) and cost claims because daily site disruption events aren't backed by contractual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THE INDUSTRY PROBLEM #2: THE LIMITS OF TRADITIONAL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Traditional ERPs Are Passive Databases — They Don't Solve the Human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Even with software, site engineers spend 35% of their working hours manually typing data instead of supervising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PASSIVE &amp; OUTDATED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Passive Data Entry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Traditional ERPs wait for overworked site engineers to navigate 15 dropdowns and manually log tickets. When people get busy, data entry stops and the ERP becomes outdated.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5-10 DAYS DELAY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Slow RFI Resolution Latency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Engineers take 5–10 days to draft, reference drawing clauses, and send simple RFIs, holding up critical path concrete pours and MEP installations.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REAR-VIEW MIRROR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Reactive Rather than Predictive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Standard systems tell you that you blew the budget last month. They cannot simulate the downstream impact of a 5-day delay on subcontractor handoffs.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HIGH HUMAN ERROR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Manual Drawing Cross-Referencing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Checking whether a revised structural revision clashes with MEP services requires hours of manual cross-referencing across separate PDF drawing 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THE UNIFIED SOLUTION: SEVENTS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Complete Construction ERP Integrated with Autonomous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One centralized system of record for site operations, supercharged with intelligent copilots that take real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Core Enterprise ERP Layer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BIM &amp; 3D IFC Viewer integrated directly in browser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Project-specific site stores &amp; laydown yard ledgers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Goods Received Notes (GRN) &amp; Material Issue Slips (MIN)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Master BOQ catalogue with rate &amp; variation tracking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Submittals, RFIs, and Inspection Gate Pass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Autonomous Agentic AI Layer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Specialized departmental copilots (Site, Commercial, Stores)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Live Tool Calling: queries real inventory and drawing data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Automated RFI drafting with clause referencing in 15 seconds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Delay overhead and critical path risk quantification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Natural language assistant for drawings, BOQs, and specs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9164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Human-In-The-Loop Governance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Read actions execute instantly with zero latency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State mutation actions pause at prominent HITL checkpoints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Engineers approve, reject, or modify agent payloads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Immutable audit trail logging user, prompt, model, &amp; cost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 Guaranteed zero unverified hallucinations or rogue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TECHNOLOGY ARCHITECTURE: DEMYSTIFYING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LLM vs. AI Assistant vs. Agentic AI — What Powers Sevents 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Why generic chatbots fail on construction sites, and how Agentic AI takes verified real-world actions.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2834640"/>
                <a:gridCol w="2956255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 Standard LLM</a:t>
                      </a:r>
                      <a:br/>
                      <a:r>
                        <a:t>(e.g. ChatGPT)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 AI Assistant</a:t>
                      </a:r>
                      <a:br/>
                      <a:r>
                        <a:t>(Standard RAG Chatbot)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3. Sevents Agentic AI</a:t>
                      </a:r>
                      <a:br/>
                      <a:r>
                        <a:t>(Tool-Calling Engine)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Function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Predicts next word from public internet training.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Answers questions from static uploaded PDF documents.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Reasons through complex tasks, breaks into steps, executes tools.</a:t>
                      </a:r>
                    </a:p>
                  </a:txBody>
                  <a:tcPr>
                    <a:solidFill>
                      <a:srgbClr val="1E304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 Interaction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Zero access to software or databases. Pure text.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Read-only document search. Cannot trigger actions.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Executes live SQL queries, checks stock, and drafts formal records.</a:t>
                      </a:r>
                    </a:p>
                  </a:txBody>
                  <a:tcPr>
                    <a:solidFill>
                      <a:srgbClr val="1E304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Context Awareness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Generic knowledge, no idea about your project.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Knows text in uploaded PDF, but unaware of live site inventory.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Real-time project state (Live store balances, BOQ rates, BIM IFCs).</a:t>
                      </a:r>
                    </a:p>
                  </a:txBody>
                  <a:tcPr>
                    <a:solidFill>
                      <a:srgbClr val="1E304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 Governance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None (prone to hallucination without validation).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Passive advice (user must still do all work manually).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Human-in-the-Loop (HITL) gate: Actions pause for 1-click human sign-off.</a:t>
                      </a:r>
                    </a:p>
                  </a:txBody>
                  <a:tcPr>
                    <a:solidFill>
                      <a:srgbClr val="1E30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PRACTICAL OPERATIONAL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 Day in the Life: How Sevents OS Transforms Daily Site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From administrative firefighting to instant automated resolution in three daily scenarios.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Scenario 1: Level 12 Beam Rebar Clash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⚡ 4 Days ➔ 20 Seconds</a:t>
            </a:r>
          </a:p>
          <a:p>
            <a:pPr>
              <a:spcBef>
                <a:spcPts val="800"/>
              </a:spcBef>
              <a:defRPr sz="1000">
                <a:solidFill>
                  <a:srgbClr val="F43F5E"/>
                </a:solidFill>
                <a:latin typeface="Arial"/>
              </a:defRPr>
            </a:pPr>
            <a:r>
              <a:t>BEFORE: Site engineer spends 4 hours hunting drawing revisions, drafts RFI in Word, emails back and forth with consultant. Turnaround: 4 days.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SEVENTS OS: Engineer types 'Draft RFI for Level 12 beam clash with MEP duct.' Copilot checks IFC specs, drafts formal RFI with proposed solution, and pauses for 1-click approval. Completed in 20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745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Scenario 2: Impending Rebar Stockout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⚡ Zero Unplanned Downtime</a:t>
            </a:r>
          </a:p>
          <a:p>
            <a:pPr>
              <a:spcBef>
                <a:spcPts val="800"/>
              </a:spcBef>
              <a:defRPr sz="1000">
                <a:solidFill>
                  <a:srgbClr val="F43F5E"/>
                </a:solidFill>
                <a:latin typeface="Arial"/>
              </a:defRPr>
            </a:pPr>
            <a:r>
              <a:t>BEFORE: Site runs out of 16mm rebar on a Friday during concrete pour. Work stops for 48 hours. Crane &amp; labor sit idle. Direct loss: $12,000.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SEVENTS OS: Agent analyzes 7-day lookahead schedule against live stock balance. Alerts: '16mm rebar will drop below 25-ton threshold in 48 hours.' Prepares draft purchase requisition for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9164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745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Scenario 3: Subcontractor Variation Claim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⚡ 100% Margin Protection</a:t>
            </a:r>
          </a:p>
          <a:p>
            <a:pPr>
              <a:spcBef>
                <a:spcPts val="800"/>
              </a:spcBef>
              <a:defRPr sz="1000">
                <a:solidFill>
                  <a:srgbClr val="F43F5E"/>
                </a:solidFill>
                <a:latin typeface="Arial"/>
              </a:defRPr>
            </a:pPr>
            <a:r>
              <a:t>BEFORE: Subcontractor submits a $45,000 extra work claim. QS spends 3 days searching through paper site logs and emails to verify work front readiness.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SEVENTS OS: Commercial Copilot cross-references site weather logs, material gate passes, and BOQ item rates to substantiate contractual entitlement in 30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ORGANIZATIONAL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What Changes in Each Department After Implementing Sevents 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Every stakeholder group gains purpose-built tools and autonomous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Site &amp; Civil Engineering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Instant RFI drafting &amp; drawing cross-checks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Mobile-ready daily site inspection logging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Clash detection between MEP &amp; Structural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• Result: 70% reduction in admin paperwork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9164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8745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Commercial &amp; QS / Billing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Tender vs. Actual BOQ quantity reconciliation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Automated delay &amp; overhead impact cost models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Substantiated variation claim defense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• Result: Zero unbilled scope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9164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8745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Procurement &amp; Site Stores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Live stock balance ledger across yards &amp; bins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Automated Goods Received Notes (GRN) matching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Predictive reorder alerts tied to schedule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• Result: Elimination of ghost stockouts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9164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8745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Arial"/>
              </a:defRPr>
            </a:pPr>
            <a:r>
              <a:t>Quality &amp; HSE (Safety)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Instant incident logging with severity scoring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PPE compliance tracking &amp; inspection gates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Automatic regulatory compliance reporting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• Result: Full audit-readiness &amp; lower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9164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8745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  <a:latin typeface="Arial"/>
              </a:defRPr>
            </a:pPr>
            <a:r>
              <a:t>Executive &amp; Project Directors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Single cross-project executive dashboard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Predictive schedule lookahead alerts</a:t>
            </a:r>
          </a:p>
          <a:p>
            <a:pPr>
              <a:spcBef>
                <a:spcPts val="600"/>
              </a:spcBef>
              <a:defRPr sz="950" b="0">
                <a:solidFill>
                  <a:srgbClr val="CBD5E1"/>
                </a:solidFill>
                <a:latin typeface="Arial"/>
              </a:defRPr>
            </a:pPr>
            <a:r>
              <a:t>• Real-time cash flow &amp; budget tracking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• Result: Total portfolio visibility &amp;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SAFETY &amp; GOVERNANCE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Human-in-the-Loop (HITL) Guardrails: Total Executive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Autonomous agents handle analysis and preparation; authorized humans retain 100% sign-off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🟢  Safe Read Tools (Zero Risk — Fully Autonomous)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✔  Checking real-time warehouse inventory and stock levels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✔  Querying technical specifications, contract clauses, and BOQs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✔  Calculating critical path delay overhead costs ($/day)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✔  Searching drawing revisions and CAD/BIM metadata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✔  Synthesizing progress summaries and executive briefs</a:t>
            </a:r>
          </a:p>
          <a:p>
            <a:pPr>
              <a:spcBef>
                <a:spcPts val="1400"/>
              </a:spcBef>
              <a:defRPr sz="1000">
                <a:solidFill>
                  <a:srgbClr val="94A3B8"/>
                </a:solidFill>
              </a:defRPr>
            </a:pPr>
            <a:r>
              <a:t>Executed autonomously with sub-second response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🟡  State Mutation Tools (Strict HITL Checkpoint)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🔒  Drafting and issuing formal RFIs to client/consultant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🔒  Creating Purchase Orders or Goods Received Notes (GRN)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🔒  Dispersing inventory via Material Issue Slips (MIN)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🔒  Updating project milestones or baseline schedule dates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🔒  Authorizing submittals or inspection approvals</a:t>
            </a:r>
          </a:p>
          <a:p>
            <a:pPr>
              <a:spcBef>
                <a:spcPts val="1400"/>
              </a:spcBef>
              <a:defRPr sz="1050" b="1">
                <a:solidFill>
                  <a:srgbClr val="F59E0B"/>
                </a:solidFill>
              </a:defRPr>
            </a:pPr>
            <a:r>
              <a:t>Agent pauses execution and renders a prominent approval banner. Requires authorized human click with full audit trail.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IMPLEMENTATION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 Phased, Low-Risk Implementation Roadmap: Value from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We don't ask clients to wait 12 months for ROI. Phased rollout ensures rapid adoption and team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Stage 1: Foundation OS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Weeks 1 – 3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Deploy Sevents OS Tenant &amp; Roles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Setup Store Locations &amp; Site Yards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Ingest Master BOQ Catalogue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Establish Baseline Project Schedules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• Deliverable: Single ERP System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745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Stage 2: Knowledge RAG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Weeks 4 – 6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Ingest Contract Specifications &amp; Drawings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Convert IFC BIM models for web viewing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Setup Vector Search Knowledge Assistant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Team query training on project specs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• Deliverable: Instant Document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745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Stage 3: Department Agents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Weeks 7 – 10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Activate Site Engineer Copilot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Activate Inventory &amp; Store Copilot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Connect Custom ERP Webhooks &amp; MCPs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Rollout HITL Approval Gate Workflows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• Deliverable: Automated Daily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9164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745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Stage 4: Autonomous Scale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Month 3+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Automated lookahead schedule alerts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Cross-project multi-agent collaboration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Predictive cash flow &amp; variation forecasting</a:t>
            </a:r>
          </a:p>
          <a:p>
            <a:pPr>
              <a:spcBef>
                <a:spcPts val="600"/>
              </a:spcBef>
              <a:defRPr sz="1000" b="0">
                <a:solidFill>
                  <a:srgbClr val="CBD5E1"/>
                </a:solidFill>
              </a:defRPr>
            </a:pPr>
            <a:r>
              <a:t>• Enterprise-wide supply chain optimization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• Deliverable: Full Autonomous 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CLIENT ONBOARDING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Prerequisites from Client: What We Need to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Standard project documentation required during the initial 7-day ingestion sprint.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Technical &amp; Engineering Data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Current Master BOQ (Bill of Quantities)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Excel (.xlsx) format with item codes, descriptions, units of measure, and tender rates.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Architectural &amp; Structural Drawing Sets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PDF drawing packages for current active construction packages.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BIM / IFC 3D Model Files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IFC format 3D models for automated web-based clash detection and visual walkthroughs.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Baseline Construction Schedule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Primavera P6 (.xer) or MS Project (.mpp) with critical path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578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Commercial &amp; Operational Templates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Standard RFI &amp; Variation Formats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Current corporate RFI, Site Memo, and Change Order templates and letterheads.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Sample Supplier Invoices &amp; Delivery Notes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Historical sample tickets to calibrate OCR and automated Goods Received Note (GRN) matching.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Material &amp; Equipment Catalogues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List of frequent site stores consumables, rebar sizes, concrete mixes, and PPE types.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📄  Delegation of Authority (DOA) Matrix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Rules specifying who can approve Purchase Orders, variations, and milestone sign-offs.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FINANCIAL &amp; OPERATIONAL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Quantified Return on Investment (ROI) for Contractors &amp;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Proven metrics delivered through unified ERP workflows and autonomous agentic assistance.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15%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Material Waste Reduction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Achieved through real-time store balances, automated reorder thresholds, and eliminating phantom site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60%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Faster RFI Turnaround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Technical queries drafted, referenced, and reviewed in minutes instead of 5-10 day communication lulls.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Variation Claim Recovery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Every site disruption is logged with contractual clauses, weather logs, and timeline impact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19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855F7"/>
                </a:solidFill>
                <a:latin typeface="Arial"/>
              </a:defRPr>
            </a:pPr>
            <a:r>
              <a:t>3.5 hrs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Saved per Engineer Daily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Engineers eliminate tedious data entry, spending their time directly on site quality and safety oversight.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Launch Plan: 30-Day Guided Pilot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Experience immediate project visibility on one live project before enterprise-wide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448056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12801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Day 1 –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1: Select Pilot Project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Identify 1 representative active project (e.g., commercial tower, infrastructure package).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43200"/>
            <a:ext cx="12801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Day 4 –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743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2: Data Ingestion Sprint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Upload BOQ, architectural drawing sets, and store location catalog into Sevents 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566160"/>
            <a:ext cx="12801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Day 11 –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661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3: Site Team Activation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Conduct 2-hour onboarding session with site engineers, storekeeper, and commercial manager.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389120"/>
            <a:ext cx="12801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Day 16 –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3891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4: Live Co-Pilot Operation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Run daily RFIs, store checks, and lookahead schedule updates with AI copilot assistance.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212080"/>
            <a:ext cx="12801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Day 29 –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212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5: Executive Review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Quantify hours saved, variation recovery, and user adoption metrics to plan full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